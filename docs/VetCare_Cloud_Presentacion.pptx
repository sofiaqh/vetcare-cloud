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914400"/>
            <a:ext cx="2560320" cy="2560320"/>
          </a:xfrm>
          <a:prstGeom prst="ellipse">
            <a:avLst/>
          </a:prstGeom>
          <a:solidFill>
            <a:srgbClr val="E1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41"/>
                </a:solidFill>
              </a:defRPr>
            </a:pPr>
            <a:r>
              <a:t>VetCare Cloud</a:t>
            </a:r>
          </a:p>
          <a:p>
            <a:pPr>
              <a:defRPr sz="2300">
                <a:solidFill>
                  <a:srgbClr val="24968C"/>
                </a:solidFill>
              </a:defRPr>
            </a:pPr>
            <a:r>
              <a:t>Solución Móvil y Cloud para Gestión Veterinaria</a:t>
            </a:r>
          </a:p>
          <a:p>
            <a:pPr>
              <a:spcBef>
                <a:spcPts val="1800"/>
              </a:spcBef>
              <a:defRPr sz="1600">
                <a:solidFill>
                  <a:srgbClr val="55626E"/>
                </a:solidFill>
              </a:defRPr>
            </a:pPr>
            <a:r>
              <a:t>Taller ABP — Entrega 1 | Diseño de Aplicaciones Móviles</a:t>
            </a:r>
          </a:p>
          <a:p>
            <a:pPr>
              <a:defRPr sz="1600" b="1">
                <a:solidFill>
                  <a:srgbClr val="192D41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1"/>
                </a:solidFill>
              </a:defRPr>
            </a:pPr>
            <a:r>
              <a:t>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6E"/>
                </a:solidFill>
              </a:defRPr>
            </a:pPr>
            <a:r>
              <a:t>Necesidad de centralizar la información y mejorar el seguimiento de la salud de las mascotas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5626E"/>
                </a:solidFill>
              </a:defRPr>
            </a:pPr>
            <a:r>
              <a:t>Descentralización de historiales médicos de mascotas.</a:t>
            </a:r>
          </a:p>
          <a:p>
            <a:pPr>
              <a:spcAft>
                <a:spcPts val="1500"/>
              </a:spcAft>
              <a:defRPr sz="2100">
                <a:solidFill>
                  <a:srgbClr val="55626E"/>
                </a:solidFill>
              </a:defRPr>
            </a:pPr>
            <a:r>
              <a:t>Olvido frecuente de vacunas y controles periódicos por parte de los dueños.</a:t>
            </a:r>
          </a:p>
          <a:p>
            <a:pPr>
              <a:spcAft>
                <a:spcPts val="1500"/>
              </a:spcAft>
              <a:defRPr sz="2100">
                <a:solidFill>
                  <a:srgbClr val="55626E"/>
                </a:solidFill>
              </a:defRPr>
            </a:pPr>
            <a:r>
              <a:t>Necesidad de un canal digital directo entre clientes y servicios médicos veterinarios.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1"/>
                </a:solidFill>
              </a:defRPr>
            </a:pPr>
            <a:r>
              <a:t>Arquitectura Cloud y Solución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6E"/>
                </a:solidFill>
              </a:defRPr>
            </a:pPr>
            <a:r>
              <a:t>Flujo general de la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92D41"/>
                </a:solidFill>
              </a:defRPr>
            </a:pPr>
            <a:r>
              <a:t>App Móvil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92D41"/>
                </a:solidFill>
              </a:defRPr>
            </a:pPr>
            <a:r>
              <a:t>API REST</a:t>
            </a:r>
            <a:br/>
            <a:r>
              <a:t>Java Spring Boot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92D41"/>
                </a:solidFill>
              </a:defRPr>
            </a:pPr>
            <a:r>
              <a:t>PostgreSQL</a:t>
            </a:r>
            <a:br/>
            <a:r>
              <a:t>Cloud (SQL)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441448"/>
            <a:ext cx="868680" cy="0"/>
          </a:xfrm>
          <a:prstGeom prst="line">
            <a:avLst/>
          </a:prstGeom>
          <a:ln w="38100">
            <a:solidFill>
              <a:srgbClr val="249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03720" y="2441448"/>
            <a:ext cx="868680" cy="0"/>
          </a:xfrm>
          <a:prstGeom prst="line">
            <a:avLst/>
          </a:prstGeom>
          <a:ln w="38100">
            <a:solidFill>
              <a:srgbClr val="249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8862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55626E"/>
                </a:solidFill>
              </a:defRPr>
            </a:pPr>
            <a:r>
              <a:t>Java aporta estabilidad y escalabilidad para la capa de servicios.</a:t>
            </a:r>
          </a:p>
          <a:p>
            <a:pPr>
              <a:spcAft>
                <a:spcPts val="1500"/>
              </a:spcAft>
              <a:defRPr sz="1800">
                <a:solidFill>
                  <a:srgbClr val="55626E"/>
                </a:solidFill>
              </a:defRPr>
            </a:pPr>
            <a:r>
              <a:t>PostgreSQL permite mantener integridad referencial entre pacientes, citas e información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1"/>
                </a:solidFill>
              </a:defRPr>
            </a:pPr>
            <a:r>
              <a:t>Modelo de Datos y 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6E"/>
                </a:solidFill>
              </a:defRPr>
            </a:pPr>
            <a:r>
              <a:t>Estructura base de información y principales operaciones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968C"/>
                </a:solidFill>
              </a:defRPr>
            </a:pPr>
            <a:r>
              <a:t>Entidades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Usuarios</a:t>
            </a:r>
          </a:p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Mascotas</a:t>
            </a:r>
          </a:p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Citas</a:t>
            </a:r>
          </a:p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Historial de Vacunas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87451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968C"/>
                </a:solidFill>
              </a:defRPr>
            </a:pPr>
            <a:r>
              <a:t>Funcionalidades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46888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Registro de mascotas</a:t>
            </a:r>
          </a:p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Agendamiento de citas</a:t>
            </a:r>
          </a:p>
          <a:p>
            <a:pPr>
              <a:spcAft>
                <a:spcPts val="1500"/>
              </a:spcAft>
              <a:defRPr sz="1900">
                <a:solidFill>
                  <a:srgbClr val="55626E"/>
                </a:solidFill>
              </a:defRPr>
            </a:pPr>
            <a:r>
              <a:t>Consulta de historial clínico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1"/>
                </a:solidFill>
              </a:defRPr>
            </a:pPr>
            <a:r>
              <a:t>Conclusiones y Plan de Entrega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6E"/>
                </a:solidFill>
              </a:defRPr>
            </a:pPr>
            <a:r>
              <a:t>Avances alcanzados y próximos pasos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55626E"/>
                </a:solidFill>
              </a:defRPr>
            </a:pPr>
            <a:r>
              <a:t>Logros de la Entrega 1: definición de la arquitectura Cloud, diseño del modelo de datos en SQL y estructura base del repositorio en GitHub.</a:t>
            </a:r>
          </a:p>
          <a:p>
            <a:pPr>
              <a:spcAft>
                <a:spcPts val="1500"/>
              </a:spcAft>
              <a:defRPr sz="2100">
                <a:solidFill>
                  <a:srgbClr val="55626E"/>
                </a:solidFill>
              </a:defRPr>
            </a:pPr>
            <a:r>
              <a:t>Siguientes pasos: integración final de las interfaces móviles y despliegue continuo de endpoints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26E"/>
                </a:solidFill>
              </a:defRPr>
            </a:pPr>
            <a:r>
              <a:t>VetCare Cloud — Diseño de Aplicaciones Móviles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